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30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554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2286000" cy="1943100"/>
          </a:xfrm>
          <a:prstGeom prst="rect">
            <a:avLst/>
          </a:prstGeom>
          <a:solidFill>
            <a:srgbClr val="243260"/>
          </a:solidFill>
          <a:ln w="12700">
            <a:solidFill>
              <a:srgbClr val="2432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react-app-peoplify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화면 기획서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인력관리 애플리케이션 · React + TypeScript · DDD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7863840" cy="0"/>
          </a:xfrm>
          <a:prstGeom prst="line">
            <a:avLst/>
          </a:prstGeom>
          <a:noFill/>
          <a:ln w="12700">
            <a:solidFill>
              <a:srgbClr val="2D3F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도메인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11개 화면  ·  더미데이터 기반 선행 개발  ·  shadcn/ui + TanStack Query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전체 구성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6002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2039112"/>
            <a:ext cx="1380744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9768" y="203911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4389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 화면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960120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057400" y="960120"/>
            <a:ext cx="160020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057400" y="9601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1554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직원관리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67128" y="2039112"/>
            <a:ext cx="1380744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167128" y="203911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목록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67128" y="2633472"/>
            <a:ext cx="1380744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167128" y="263347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상세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67128" y="3227832"/>
            <a:ext cx="1380744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167128" y="322783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등록/수정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4389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화면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94760" y="960120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794760" y="960120"/>
            <a:ext cx="160020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794760" y="9601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1554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근태관리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04488" y="2039112"/>
            <a:ext cx="1380744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904488" y="203911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출퇴근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04488" y="2633472"/>
            <a:ext cx="1380744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904488" y="263347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 현황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04488" y="3227832"/>
            <a:ext cx="1380744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904488" y="322783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 관리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94760" y="4389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화면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32120" y="960120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532120" y="960120"/>
            <a:ext cx="1600200" cy="5943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532120" y="9601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1554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일정관리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641848" y="2039112"/>
            <a:ext cx="1380744" cy="475488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641848" y="203911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 캘린더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41848" y="2633472"/>
            <a:ext cx="1380744" cy="475488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641848" y="263347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배정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32120" y="4389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 화면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9480" y="960120"/>
            <a:ext cx="1600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7269480" y="960120"/>
            <a:ext cx="160020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269480" y="9601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69480" y="1554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리포트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379208" y="2039112"/>
            <a:ext cx="1380744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7379208" y="203911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79208" y="2633472"/>
            <a:ext cx="1380744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7379208" y="2633472"/>
            <a:ext cx="1380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통계/리포트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69480" y="4389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 화면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Vite · TanStack Query · Zustand · shadcn/ui · Tailwind CSS · React Router · Axios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 폴더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977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react-app-peoplify/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core/               # 공통 핵심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assets/             # 정적 리소스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domains/            # 업무 도메인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auth/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employee/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attendance/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schedule/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report/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shared/             # 전역 공유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types/              # 전역 타입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App.tsx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main.tsx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80560" y="91440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domains/[domain]/ 내부 구조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35331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0" y="1481328"/>
            <a:ext cx="18288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4996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6824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URL + req/res 타입 정의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011680"/>
            <a:ext cx="1828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63440" y="20299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2128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전용 컴포넌트 (.tsx)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542032"/>
            <a:ext cx="1828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63440" y="25603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743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페이지 컴포넌트 (.tsx)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072384"/>
            <a:ext cx="18288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63440" y="30906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27355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라우트 정의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602736"/>
            <a:ext cx="18288" cy="3840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663440" y="362102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8039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상태 관리 모듈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4133088"/>
            <a:ext cx="18288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663440" y="4151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43342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타입 정의 (.ts)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코드 컨벤션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6576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75488" y="10332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2527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kebab-case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4904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employee-list/,  attendance-log/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6576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64608" y="10332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 파일 (*.tsx)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2527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4904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EmployeeList.tsx,  AttendanceCard.tsx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36576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5488" y="20391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파일 (*.ts/.css)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22585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kebab-case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2496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use-employee.ts,  employee-style.css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36576" cy="8686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64608" y="20391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22585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+ PascalCase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2496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IEmployee,  IAttendance,  ILeaveRequest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2971800"/>
            <a:ext cx="36576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5488" y="30449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 Enum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" y="32644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T/E + PascalCase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" y="35021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TRole,  EAttendStatus,  ELeaveType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9718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754880" y="2971800"/>
            <a:ext cx="36576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864608" y="30449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32644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 (동사 시작)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64608" y="35021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fetchEmployees(),  handleSubmit(),  isAdmin()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7692" y="39776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65760" y="3977640"/>
            <a:ext cx="36576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75488" y="40507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변수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" y="427024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/ has / can 접두사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5488" y="4507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isLoading,  hasError,  canEdit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9776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754880" y="3977640"/>
            <a:ext cx="36576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864608" y="40507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상수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64608" y="427024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UPPER_SNAKE_CASE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64608" y="4507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MAX_PAGE_SIZE,  DEFAULT_ROLE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57692" y="4919472"/>
            <a:ext cx="8412480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49132" y="48966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path: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kebab-case  ·  </a:t>
            </a: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element: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PascalCase  →  예) path: '/employee-list',  element: &lt;EmployeeList /&gt;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도메인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 화면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 ·  /login  ·  접근: 전체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+ 비밀번호 입력 폼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실패 시 에러 메시지 표시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me (로컬스토리지 이메일 저장)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show/hide 토글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성공 → role 기반 리다이렉트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554480"/>
            <a:ext cx="0" cy="2926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63440" y="1536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 데이터 계획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admin@peoplify.com  /  admin123  (Admin)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manager@peoplify.com  /  manager123  (Manager)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employee@peoplify.com  /  emp123  (Employee)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컴포넌트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337560"/>
            <a:ext cx="82296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33375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96128" y="3337560"/>
            <a:ext cx="82296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596128" y="33375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28816" y="3337560"/>
            <a:ext cx="82296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28816" y="33375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61504" y="3337560"/>
            <a:ext cx="822960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61504" y="33375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useAuthStore  →  token, role, userInfo 저장 (Zustand)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 도메인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화면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8892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목록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005840"/>
            <a:ext cx="59436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331720" y="10058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389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/employees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70078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1938528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테이블/카드 뷰 토글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이름·부서·직급 검색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부서·재직상태 필터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이름/입사일 정렬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페이지네이션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등록 버튼 (Admin만)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639312"/>
            <a:ext cx="2606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0040" y="37033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 데이터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9136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20명 더미 직원 데이터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부서: 개발/디자인/마케팅/HR/영업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재직상태: 재직/휴직/퇴사 혼합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572000"/>
            <a:ext cx="2606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0040" y="46177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컴포넌트: Table  ·  Badge  ·  Select  ·  Input  ·  Button  ·  Pagination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54680" y="914400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154680" y="914400"/>
            <a:ext cx="278892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46120" y="9144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상세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57800" y="1005840"/>
            <a:ext cx="59436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257800" y="10058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1389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/employees/:id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46120" y="170078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1938528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아바타 + 기본정보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탭: 기본정보 | 근태기록 | 계약정보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수정/삭제 (Admin만)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근태 3건 미리보기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뒤로가기 버튼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3639312"/>
            <a:ext cx="2606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246120" y="37033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 데이터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39136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1명 상세 더미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 내역 10건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정보 1건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4572000"/>
            <a:ext cx="2606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246120" y="46177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컴포넌트: Badge  ·  Dialog  ·  Button  ·  Table  ·  Calendar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914400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080760" y="914400"/>
            <a:ext cx="278892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172200" y="9144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등록/수정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83880" y="1005840"/>
            <a:ext cx="59436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8183880" y="10058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1389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/employees/new · /:id/edit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170078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1938528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이름·이메일·연락처 입력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부서·직급 Select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입사일 DatePicker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재직상태 Select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업로드 미리보기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유효성 검사 + 에러 표시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3639312"/>
            <a:ext cx="2606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172200" y="37033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 데이터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39136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 목록 5건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직급: 사원/대리/과장/차장/부장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72200" y="4572000"/>
            <a:ext cx="2606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172200" y="46177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컴포넌트: Input  ·  Select  ·  Calendar  ·  Button  ·  Alert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 도메인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화면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8892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출퇴근 현황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13432" y="1005840"/>
            <a:ext cx="621792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313432" y="100584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389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/attendance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70078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1938528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날짜 + 현재 시각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출근/퇴근 버튼 (상태 따라 활성화)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내 출퇴근 기록 표시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출근 현황 요약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재직 현황 실시간 (Manager+)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657600"/>
            <a:ext cx="2606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0040" y="37216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 데이터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9319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출퇴근 기록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7일 출근 요약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재직 현황 12명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553712"/>
            <a:ext cx="2606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0040" y="45994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컴포넌트: Button · Badge · Table · Spinner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4773168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useAttendanceStore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914400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154680" y="914400"/>
            <a:ext cx="278892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246120" y="9144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 현황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239512" y="1005840"/>
            <a:ext cx="621792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239512" y="100584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Manager+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46120" y="1389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/attendance/log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46120" y="170078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46120" y="1938528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 범위 DatePicker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직원/부서 필터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상태별 필터 (출근/지각/결근/휴가)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테이블: 직원·날짜·출근·퇴근·상태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내보내기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수정 (Admin만)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3657600"/>
            <a:ext cx="2606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246120" y="37216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 데이터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46120" y="39319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이번달 전체 근태 50건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상태: 정상/지각/조퇴/결근/휴가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4553712"/>
            <a:ext cx="2606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246120" y="45994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컴포넌트: Table · Badge · Select · Calendar · Button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46120" y="4773168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-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0760" y="914400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080760" y="914400"/>
            <a:ext cx="278892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172200" y="9144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 관리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65592" y="1005840"/>
            <a:ext cx="621792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165592" y="100584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72200" y="1389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/attendance/leave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170078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1938528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연차 잔여일 표시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 신청 폼 (날짜·종류·사유)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신청 내역 + 상태 표시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팀원 목록 승인/반려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휴가 종류: 연차/반차/병가/경조사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3657600"/>
            <a:ext cx="2606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72200" y="37216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 데이터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72200" y="39319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연차 15일 중 잔여 9일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 내역 5건 혼합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72200" y="4553712"/>
            <a:ext cx="2606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172200" y="45994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컴포넌트: Calendar · Select · Input · Button · Badge · Dialog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72200" y="4773168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useLeaveStore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· report 도메인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5720" cy="1828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38912" y="8686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도메인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289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 캘린더  (전체)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453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/schedule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647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월/주 뷰 토글  ·  팀원 근무 일정 표시  ·  내 근무 일정 강조  ·  날짜 클릭 → 팝오버 상세  ·  이전/다음 월 네비게이션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350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컴포넌트: Calendar · Badge · Dialog · Button  |  Store: useScheduleStore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17720" y="1289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배정  (Manager+)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5453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/schedule/shift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7647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단위 그리드 (직원 × 요일)  ·  셀 클릭으로 근무 유형 배정  ·  근무 유형: 주간/야간/휴무/재택  ·  배정 저장/취소  ·  인원 부족 경고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17720" y="2350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컴포넌트: Table · Select · Badge · Button · Alert  |  Store: -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761488"/>
            <a:ext cx="8595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45720" cy="1828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38912" y="28346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도메인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218688"/>
            <a:ext cx="3840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" y="3273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 (전체)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5295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749040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카드: 전체인원/재직/오늘출근/휴가중  ·  오늘 출퇴근 현황 테이블  ·  이번주 근태 요약 차트  ·  부서별 인원 현황  ·  빠른 메뉴 바로가기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6085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컴포넌트: Table · Badge · Button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26280" y="3218688"/>
            <a:ext cx="3840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617720" y="3273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통계/리포트  (Manager+)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35295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/reports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17720" y="3749040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 선택 (월/분기/연도)  ·  부서별 근태 통계 바 차트  ·  지각/결근률 트렌드 라인 차트  ·  개인별 근태 요약 테이블  ·  PDF/엑셀 내보내기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17720" y="46085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컴포넌트: Select · Table · Badge · Button · Calendar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더미 데이터 구조 설계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위치: src/core/mocks/  또는 각 domains/[domain]/api/mock-data.ts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employees.ts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865376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IEmployee[] - 20건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deptId, role, joinDate, status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depts: 개발/디자인/마케팅/HR/영업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ACTIVE | LEAVE | RESIGNED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411480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attendance.ts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0" y="1463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64608" y="1865376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IAttendance[] - 60건 (이번달)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empId, date, checkIn, checkOut, status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NORMAL | LATE | ABSENT | LEAVE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weekSummary: 7일치 요약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411480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leaves.ts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31089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" y="3511296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ILeave[] - 10건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empId, type, startDate, endDate, reason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 | APPROVED | REJECTED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leaveBalance: 연차 잔여일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11480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4632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schedules.ts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0" y="31089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4608" y="3511296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ISchedule[] - 한달치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empId, date, shiftType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shiftType: DAY | NIGHT | OFF | REMOTE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weeklyGrid: 8명 × 7일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auth/mock-users.ts  →  3개 계정 (Admin / Manager / Employee) + JWT mock 토큰 처리 (localStorage)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상태 관리 &amp; 라우팅 설계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Zustand Store 목록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572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useAuthStore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token, role, userInfo, isAuthenticated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45720" cy="5120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195681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useEmployeeStore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1579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검색어, 필터 조건, 뷰 모드 (table/card)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45720" cy="512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5420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useAttendanceStore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7432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출퇴근 상태, 주간 요약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45720" cy="512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1272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useLeaveStore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32841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신청서 임시 상태, 선택 날짜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94176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3694176"/>
            <a:ext cx="45720" cy="5120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7124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useScheduleStore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날짜, 뷰 모드 (month/week)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라우팅 구조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325880"/>
            <a:ext cx="4160520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36592" y="13258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component        role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618488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736592" y="16184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48272" y="16184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02752" y="161848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1929384"/>
            <a:ext cx="41605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736592" y="19293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48272" y="192938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DashboardPage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302752" y="192938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240280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736592" y="22402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/employees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48272" y="22402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EmployeeListPage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302752" y="224028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2551176"/>
            <a:ext cx="41605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736592" y="25511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/employees/:id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48272" y="255117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EmployeeDetailPage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302752" y="255117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2862072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736592" y="28620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/employees/new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48272" y="286207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EmployeeFormPage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302752" y="28620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3172968"/>
            <a:ext cx="41605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736592" y="31729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/attendance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48272" y="317296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CheckInOutPage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302752" y="317296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63440" y="3483864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736592" y="34838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/attendance/log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48272" y="348386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AttendanceLogPage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302752" y="348386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MGR+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63440" y="3794760"/>
            <a:ext cx="41605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736592" y="37947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/attendance/leave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748272" y="37947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LeaveManagePage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302752" y="379476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63440" y="4105656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4736592" y="41056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/schedule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748272" y="410565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ScheduleCalendarPage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302752" y="41056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663440" y="4416552"/>
            <a:ext cx="41605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4736592" y="44165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/schedule/shift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748272" y="44165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ShiftAssignPage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302752" y="441655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MGR+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63440" y="4727448"/>
            <a:ext cx="4160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4736592" y="472744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/reports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748272" y="47274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ReportPage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302752" y="472744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MGR+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 우선순위 &amp; 로드맵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011680" cy="3566160"/>
          </a:xfrm>
          <a:prstGeom prst="rect">
            <a:avLst/>
          </a:prstGeom>
          <a:solidFill>
            <a:srgbClr val="1E2F55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20116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280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 개발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기반 구축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231136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Login 화면 (더미 인증 + useAuthStore)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Dashboard 화면 (KPI 카드 + 근태 요약)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직원 목록 (테이블 + 검색/필터)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88920" y="1280160"/>
            <a:ext cx="2011680" cy="3566160"/>
          </a:xfrm>
          <a:prstGeom prst="rect">
            <a:avLst/>
          </a:prstGeom>
          <a:solidFill>
            <a:srgbClr val="1E2F55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88920" y="1280160"/>
            <a:ext cx="201168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88920" y="1280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86200" y="1280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기능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98648" y="2231136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직원 상세 / 등록·수정 폼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출퇴근 현황 (출근·퇴근 버튼)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근태 현황 (전체 조회 + 필터)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1280160"/>
            <a:ext cx="2011680" cy="3566160"/>
          </a:xfrm>
          <a:prstGeom prst="rect">
            <a:avLst/>
          </a:prstGeom>
          <a:solidFill>
            <a:srgbClr val="1E2F55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37760" y="1280160"/>
            <a:ext cx="201168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37760" y="1280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1280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확장 기능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47488" y="2231136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휴가 신청·승인 워크플로우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근무 캘린더 (월/주 뷰)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교대 배정 그리드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1280160"/>
            <a:ext cx="2011680" cy="3566160"/>
          </a:xfrm>
          <a:prstGeom prst="rect">
            <a:avLst/>
          </a:prstGeom>
          <a:solidFill>
            <a:srgbClr val="1E2F55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086600" y="1280160"/>
            <a:ext cx="201168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086600" y="1280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83880" y="1280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86600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분석 &amp; 마무리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96328" y="2231136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통계/리포트 차트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PDF·엑셀 내보내기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백엔드 API 연동 전환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 데이터 → mock 파일로 선행 개발 완료 후 백엔드 API로 순차 전환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1493</Words>
  <Application>Microsoft Office PowerPoint</Application>
  <PresentationFormat>화면 슬라이드 쇼(16:9)</PresentationFormat>
  <Paragraphs>326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react-app-peoplify 화면 기획</dc:title>
  <dc:subject>PptxGenJS Presentation</dc:subject>
  <dc:creator>Peoplify Team</dc:creator>
  <cp:lastModifiedBy>닉컴퍼니_02</cp:lastModifiedBy>
  <cp:revision>2</cp:revision>
  <dcterms:created xsi:type="dcterms:W3CDTF">2026-05-26T04:12:27Z</dcterms:created>
  <dcterms:modified xsi:type="dcterms:W3CDTF">2026-05-26T04:16:30Z</dcterms:modified>
</cp:coreProperties>
</file>