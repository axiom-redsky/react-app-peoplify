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3108960"/>
            <a:ext cx="8887968" cy="2034540"/>
          </a:xfrm>
          <a:prstGeom prst="rect">
            <a:avLst/>
          </a:prstGeom>
          <a:solidFill>
            <a:srgbClr val="243260"/>
          </a:solidFill>
          <a:ln w="12700">
            <a:solidFill>
              <a:srgbClr val="24326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8580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react-app-peoplify v2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화면 기획서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21214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회사 맞춤형 · 인력 투입 관리 중심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도메인  ·  12개 화면  ·  project 도메인 신규  ·  더미데이터 기반 선행 개발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73075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73075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56816" y="373075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56816" y="373075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64992" y="373075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373075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73168" y="373075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373075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81344" y="373075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81344" y="373075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등록/수정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3730752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0" y="3730752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151376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151376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상세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956816" y="4151376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6816" y="4151376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64992" y="4151376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64992" y="4151376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73168" y="4151376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4151376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81344" y="4151376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81344" y="4151376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89520" y="4151376"/>
            <a:ext cx="1316736" cy="329184"/>
          </a:xfrm>
          <a:prstGeom prst="rect">
            <a:avLst/>
          </a:prstGeom>
          <a:solidFill>
            <a:srgbClr val="243260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0" y="4151376"/>
            <a:ext cx="13167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전체 구성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609344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1609344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14400"/>
            <a:ext cx="16093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444752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인증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901952"/>
            <a:ext cx="1426464" cy="4572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>
                <a:alpha val="4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901952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4681728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 화면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057400" y="914400"/>
            <a:ext cx="1609344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57400" y="914400"/>
            <a:ext cx="1609344" cy="5303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57400" y="914400"/>
            <a:ext cx="16093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1444752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직원관리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148840" y="1901952"/>
            <a:ext cx="1426464" cy="45720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48840" y="1901952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468880"/>
            <a:ext cx="1426464" cy="45720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>
                <a:alpha val="4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48840" y="2468880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48840" y="3035808"/>
            <a:ext cx="1426464" cy="45720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>
                <a:alpha val="4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3035808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등록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57400" y="4681728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 화면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794760" y="914400"/>
            <a:ext cx="1609344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794760" y="914400"/>
            <a:ext cx="1609344" cy="5303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94760" y="914400"/>
            <a:ext cx="16093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794760" y="1444752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투입관리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886200" y="1901952"/>
            <a:ext cx="1426464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4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86200" y="1901952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886200" y="2468880"/>
            <a:ext cx="1426464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4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86200" y="2468880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상세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86200" y="3035808"/>
            <a:ext cx="1426464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86200" y="3035808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886200" y="3602736"/>
            <a:ext cx="1426464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4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86200" y="3602736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94760" y="4681728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화면 ★ 신규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532120" y="914400"/>
            <a:ext cx="1609344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532120" y="914400"/>
            <a:ext cx="1609344" cy="5303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32120" y="914400"/>
            <a:ext cx="16093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532120" y="1444752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근태관리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623560" y="1901952"/>
            <a:ext cx="1426464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>
                <a:alpha val="4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23560" y="1901952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23560" y="2468880"/>
            <a:ext cx="1426464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>
                <a:alpha val="45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23560" y="2468880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532120" y="4681728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2개 화면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269480" y="914400"/>
            <a:ext cx="1609344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269480" y="914400"/>
            <a:ext cx="1609344" cy="530352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69480" y="914400"/>
            <a:ext cx="16093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269480" y="1444752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85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리포트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7360920" y="1901952"/>
            <a:ext cx="1426464" cy="457200"/>
          </a:xfrm>
          <a:prstGeom prst="rect">
            <a:avLst/>
          </a:prstGeom>
          <a:solidFill>
            <a:srgbClr val="E6F1FB"/>
          </a:solidFill>
          <a:ln w="12700">
            <a:solidFill>
              <a:srgbClr val="185FA5">
                <a:alpha val="45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60920" y="1901952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360920" y="2468880"/>
            <a:ext cx="1426464" cy="457200"/>
          </a:xfrm>
          <a:prstGeom prst="rect">
            <a:avLst/>
          </a:prstGeom>
          <a:solidFill>
            <a:srgbClr val="E6F1FB"/>
          </a:solidFill>
          <a:ln w="12700">
            <a:solidFill>
              <a:srgbClr val="185FA5">
                <a:alpha val="45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60920" y="2468880"/>
            <a:ext cx="1426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269480" y="4681728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2개 화면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20040" y="4791456"/>
            <a:ext cx="8503920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1480" y="4791456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project 도메인: SI 핵심 기능 — 프로젝트 투입 인력 관리·배정·현황 조회  |  attendance는 현장 특성 반영하여 간소화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도메인  ★ 신규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화면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4206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14400"/>
            <a:ext cx="420624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144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11880" y="987552"/>
            <a:ext cx="731520" cy="2377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987552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0040" y="1335024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0040" y="15544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상태별 탭: 진행중/완료/예정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프로젝트명·고객사 검색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카드형 목록: 이름·기간·투입인원·투입률·상태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1752" y="2377440"/>
            <a:ext cx="4059936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41401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더미: 프로젝트 5건 (진행3·완료1·예정1)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" y="26151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컴포넌트: Badge · Input · Select · Button · Card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09160" y="914400"/>
            <a:ext cx="4206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914400"/>
            <a:ext cx="420624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9144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상세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92440" y="987552"/>
            <a:ext cx="731520" cy="2377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92440" y="987552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00600" y="1335024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/projects/:id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00600" y="15544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탭: 개요 | 투입 인력 | 일정 | 계약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개요: 고객사·기간·기술스택·PM·진척도 바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인력: 이름/역할/투입률/투입일/철수예정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82312" y="2377440"/>
            <a:ext cx="4059936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241401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더미: 투입 인력 3~5명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00600" y="26151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컴포넌트: Badge · Table · Button · Dialog · Progress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28600" y="3035808"/>
            <a:ext cx="4206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3035808"/>
            <a:ext cx="420624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03580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11880" y="3108960"/>
            <a:ext cx="731520" cy="23774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310896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Manager+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0040" y="3456432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/projects/:id/assign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675888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 인력(벤치) 목록 조회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기술스택·경력·투입률·부서 필터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역할·투입률·투입기간 설정 후 배정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" y="4498848"/>
            <a:ext cx="4059936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453542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더미: 벤치 인원 8명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" y="4736592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컴포넌트: Table · Select · Input · Button · Badge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09160" y="3035808"/>
            <a:ext cx="4206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09160" y="3035808"/>
            <a:ext cx="420624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303580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092440" y="3108960"/>
            <a:ext cx="731520" cy="2377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92440" y="310896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00600" y="3456432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/projects/status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800600" y="3675888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인력 × 프로젝트 매트릭스 뷰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상태별 필터: 투입중/벤치/휴가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임박(30일 이내) 강조 표시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82312" y="4498848"/>
            <a:ext cx="4059936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453542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더미: 전 인원 32명 현황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800600" y="4736592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컴포넌트: Table · Badge · Select · Button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도메인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 화면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2788920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14400"/>
            <a:ext cx="2788920" cy="384048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1440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31720" y="987552"/>
            <a:ext cx="594360" cy="2377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31720" y="9875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0040" y="1335024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0040" y="157276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" y="1792224"/>
            <a:ext cx="2651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이름·부서·직급·현재 투입 프로젝트 검색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재직상태·부서 필터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프로젝트 컬럼 추가 (SI 특성 반영)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등록 (Admin)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페이지네이션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584448"/>
            <a:ext cx="26060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6393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더미: 직원 32명 / 현재 투입 프로젝트 컬럼 포함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4005072"/>
            <a:ext cx="26060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4059936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컴포넌트: Table · Badge · Select · Input · Button · Pagination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154680" y="914400"/>
            <a:ext cx="2788920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54680" y="914400"/>
            <a:ext cx="2788920" cy="384048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46120" y="91440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57800" y="987552"/>
            <a:ext cx="594360" cy="2377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9875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46120" y="1335024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/employees/:id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46120" y="157276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46120" y="1792224"/>
            <a:ext cx="2651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탭: 기본정보 | 투입 이력 | 기술스택 | 계약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기본정보: 프로필·이름·부서·직급·연락처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이력 탭 (신규): 과거 프로젝트 참여 목록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탭 (신규): 보유 스킬·경력년수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수정/삭제 (Admin)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3584448"/>
            <a:ext cx="26060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46120" y="36393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더미: 투입 이력 5건 / 기술스택 3~5개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46120" y="4005072"/>
            <a:ext cx="26060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4059936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컴포넌트: Badge · Dialog · Button · Table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80760" y="914400"/>
            <a:ext cx="2788920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914400"/>
            <a:ext cx="2788920" cy="384048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91440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등록/수정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183880" y="987552"/>
            <a:ext cx="594360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83880" y="98755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72200" y="1335024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/employees/new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72200" y="157276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1792224"/>
            <a:ext cx="2651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기본정보 폼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입력 (신규): 태그 형태로 추가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역할/직급 Select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입사일 DatePicker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유효성 검사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72200" y="3584448"/>
            <a:ext cx="26060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36393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더미: 부서 5개 / 직급 5개 / 기술스택 예시 목록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172200" y="4005072"/>
            <a:ext cx="26060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72200" y="4059936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컴포넌트: Input · Select · Calendar · Button · Alert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도메인 (간소화)  +  더미 데이터 구조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77824"/>
            <a:ext cx="36576" cy="157276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87782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도메인 — 2개 화면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28930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  (전체)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50876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02920" y="1709928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직원: 당월 근무일수·초과근무·특이사항 입력  ·  관리자: 팀원 전체 보고 내역 확인·승인  ·  미제출자 목록 자동 표시  ·  최근 3개월 이력 조회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23444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28930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  (전체)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50876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/attendance/leave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846320" y="1709928"/>
            <a:ext cx="3931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 잔여일 표시  ·  휴가 신청 폼 (날짜·종류·사유)  ·  승인 워크플로우 (현장 PM 알림 포함)  ·  신청 내역 + 상태 확인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1480" y="2487168"/>
            <a:ext cx="8339328" cy="27432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2487168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삭제: 출퇴근 현황(실시간 출퇴근 버튼) · 근태 현황 조회(일별 출퇴근 로그) — 현장 파견 특성상 불필요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2871216"/>
            <a:ext cx="86136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944368"/>
            <a:ext cx="36576" cy="18288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29443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더미 데이터 구조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1480" y="3273552"/>
            <a:ext cx="8339328" cy="310896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3273552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src/core/mocks/  또는  각 domains/[domain]/api/mock-data.ts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1480" y="3675888"/>
            <a:ext cx="28163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3675888"/>
            <a:ext cx="2816352" cy="29260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367588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projects.ts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423160" y="3675888"/>
            <a:ext cx="749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402336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IProject[] - 5건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id·name·clientName·startDate·endDate·status·pm·techStack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ACTIVE|COMPLETED|PLANNED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IProjectMember[] - 투입 인력 (empId·role·rate·startDate·endDate)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55848" y="3675888"/>
            <a:ext cx="28163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55848" y="3675888"/>
            <a:ext cx="2816352" cy="29260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29000" y="367588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employees.ts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67528" y="3675888"/>
            <a:ext cx="749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47288" y="402336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IEmployee[] - 32건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currentProjectId(현재투입 프로젝트)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string[] (기술스택 추가)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benchSince: Date | null (벤치 시작일)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00216" y="3675888"/>
            <a:ext cx="2816352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0216" y="3675888"/>
            <a:ext cx="2816352" cy="29260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67588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attendance.ts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11896" y="3675888"/>
            <a:ext cx="749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91656" y="402336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IMonthlyReport[] - 직원×월 단위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workDays·overtimeHours·note·status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SUBMITTED|APPROVED|PENDING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ILeave[] - 10건 (기존 유지)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상태 관리 &amp; 라우팅 설계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Zustand Store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36576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33502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useAuthStore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75488" y="151790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token, role, userInfo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82880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828800"/>
            <a:ext cx="36576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86537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useEmployeeStore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204825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검색어, 필터 조건, 뷰 모드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359152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359152"/>
            <a:ext cx="36576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23957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useProjectStore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5488" y="25786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프로젝트, 필터 상태 ★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889504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889504"/>
            <a:ext cx="36576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9260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useAssignStore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31089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임시 상태, 선택 인력 ★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419856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419856"/>
            <a:ext cx="36576" cy="4572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345643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useLeaveStore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5488" y="36393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신청서 임시 상태, 선택 날짜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54880" y="9144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라우팅 구조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1261872"/>
            <a:ext cx="4160520" cy="25603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126187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component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role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1517904"/>
            <a:ext cx="41605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36592" y="1517904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656832" y="1517904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LoginPage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8375904" y="1517904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63440" y="1801368"/>
            <a:ext cx="4160520" cy="2834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36592" y="1801368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656832" y="1801368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DashboardPage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375904" y="1801368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63440" y="2084832"/>
            <a:ext cx="41605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36592" y="2084832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656832" y="2084832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EmployeeListPage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8375904" y="2084832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663440" y="2368296"/>
            <a:ext cx="4160520" cy="2834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36592" y="2368296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/employees/:id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656832" y="2368296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EmployeeDetailPage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8375904" y="2368296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663440" y="2651760"/>
            <a:ext cx="41605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36592" y="2651760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/employees/new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656832" y="2651760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EmployeeFormPage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375904" y="2651760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663440" y="2935224"/>
            <a:ext cx="4160520" cy="2834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36592" y="2935224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656832" y="2935224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ProjectListPage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8375904" y="2935224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663440" y="3218688"/>
            <a:ext cx="41605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36592" y="3218688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/projects/status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656832" y="3218688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ProjectStatusPage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8375904" y="3218688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63440" y="3502152"/>
            <a:ext cx="4160520" cy="2834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36592" y="3502152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/projects/:id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656832" y="3502152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ProjectDetailPage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375904" y="3502152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663440" y="3785616"/>
            <a:ext cx="41605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36592" y="3785616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/projects/:id/assign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656832" y="3785616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ProjectAssignPage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8375904" y="3785616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MGR+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663440" y="4069080"/>
            <a:ext cx="4160520" cy="2834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36592" y="4069080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656832" y="4069080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MonthlyReportPage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8375904" y="4069080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663440" y="4352544"/>
            <a:ext cx="4160520" cy="283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36592" y="4352544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/attendance/leave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656832" y="4352544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LeaveManagePage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8375904" y="4352544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663440" y="4636008"/>
            <a:ext cx="4160520" cy="28346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>
                <a:alpha val="5000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36592" y="4636008"/>
            <a:ext cx="19202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/reports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656832" y="4636008"/>
            <a:ext cx="1719072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ReportPage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8375904" y="4636008"/>
            <a:ext cx="457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MGR+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개발 우선순위 &amp;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011680" cy="3749040"/>
          </a:xfrm>
          <a:prstGeom prst="rect">
            <a:avLst/>
          </a:prstGeom>
          <a:solidFill>
            <a:srgbClr val="1E2F55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10972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우선 개발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1591056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9E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기반 구축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993392"/>
            <a:ext cx="184708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(더미 인증)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(투입 중심 KPI)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 (투입 프로젝트 컬럼)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97480" y="1097280"/>
            <a:ext cx="2011680" cy="3749040"/>
          </a:xfrm>
          <a:prstGeom prst="rect">
            <a:avLst/>
          </a:prstGeom>
          <a:solidFill>
            <a:srgbClr val="1E2F55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097280"/>
            <a:ext cx="201168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097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10972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핵심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591056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핵심: 투입 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88920" y="1993392"/>
            <a:ext cx="184708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 / 상세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 화면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 매트릭스 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46320" y="1097280"/>
            <a:ext cx="2011680" cy="3749040"/>
          </a:xfrm>
          <a:prstGeom prst="rect">
            <a:avLst/>
          </a:prstGeom>
          <a:solidFill>
            <a:srgbClr val="1E2F55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1097280"/>
            <a:ext cx="2011680" cy="4572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097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10972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이어서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46320" y="1591056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&amp; 근태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37760" y="1993392"/>
            <a:ext cx="184708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 (투입 이력 탭)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등록/수정 (기술스택)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 / 휴가 관리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995160" y="1097280"/>
            <a:ext cx="2011680" cy="3749040"/>
          </a:xfrm>
          <a:prstGeom prst="rect">
            <a:avLst/>
          </a:prstGeom>
          <a:solidFill>
            <a:srgbClr val="1E2F55"/>
          </a:solidFill>
          <a:ln w="12700">
            <a:solidFill>
              <a:srgbClr val="2D40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95160" y="1097280"/>
            <a:ext cx="2011680" cy="457200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10972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4단계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183880" y="10972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995160" y="1591056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5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분석 &amp; 마무리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86600" y="1993392"/>
            <a:ext cx="184708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 (투입률 분석)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PDF·엑셀 내보내기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 API 연동 전환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48188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더미 데이터(mock) 선행 개발 완료 후 백엔드 API로 순차 전환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react-app-peoplify SI 기획서 v2</dc:title>
  <dc:subject>PptxGenJS Presentation</dc:subject>
  <dc:creator>PptxGenJS</dc:creator>
  <cp:lastModifiedBy>PptxGenJS</cp:lastModifiedBy>
  <cp:revision>1</cp:revision>
  <dcterms:created xsi:type="dcterms:W3CDTF">2026-05-26T04:44:40Z</dcterms:created>
  <dcterms:modified xsi:type="dcterms:W3CDTF">2026-05-26T04:44:40Z</dcterms:modified>
</cp:coreProperties>
</file>