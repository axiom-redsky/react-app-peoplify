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5143500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37744" y="3017520"/>
            <a:ext cx="8906256" cy="21259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583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react-app-peoplify  v2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042416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UI 화면 기획서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502920" y="2029968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회사 맞춤형 · 프로젝트 투입 관리 중심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32004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12개 화면  ·  5개 도메인  ·  project 도메인 신규  ·  attendance 간소화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639312"/>
            <a:ext cx="1316736" cy="329184"/>
          </a:xfrm>
          <a:prstGeom prst="rect">
            <a:avLst/>
          </a:prstGeom>
          <a:solidFill>
            <a:srgbClr val="243260"/>
          </a:solidFill>
          <a:ln w="12700">
            <a:solidFill>
              <a:srgbClr val="2D40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639312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11096" y="3639312"/>
            <a:ext cx="1316736" cy="329184"/>
          </a:xfrm>
          <a:prstGeom prst="rect">
            <a:avLst/>
          </a:prstGeom>
          <a:solidFill>
            <a:srgbClr val="243260"/>
          </a:solidFill>
          <a:ln w="12700">
            <a:solidFill>
              <a:srgbClr val="2D4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11096" y="3639312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319272" y="3639312"/>
            <a:ext cx="1316736" cy="329184"/>
          </a:xfrm>
          <a:prstGeom prst="rect">
            <a:avLst/>
          </a:prstGeom>
          <a:solidFill>
            <a:srgbClr val="243260"/>
          </a:solidFill>
          <a:ln w="12700">
            <a:solidFill>
              <a:srgbClr val="2D40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19272" y="3639312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목록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27448" y="3639312"/>
            <a:ext cx="1316736" cy="329184"/>
          </a:xfrm>
          <a:prstGeom prst="rect">
            <a:avLst/>
          </a:prstGeom>
          <a:solidFill>
            <a:srgbClr val="243260"/>
          </a:solidFill>
          <a:ln w="12700">
            <a:solidFill>
              <a:srgbClr val="2D407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7448" y="3639312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상세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35624" y="3639312"/>
            <a:ext cx="1316736" cy="329184"/>
          </a:xfrm>
          <a:prstGeom prst="rect">
            <a:avLst/>
          </a:prstGeom>
          <a:solidFill>
            <a:srgbClr val="243260"/>
          </a:solidFill>
          <a:ln w="12700">
            <a:solidFill>
              <a:srgbClr val="2D407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35624" y="3639312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등록/수정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543800" y="3639312"/>
            <a:ext cx="1316736" cy="329184"/>
          </a:xfrm>
          <a:prstGeom prst="rect">
            <a:avLst/>
          </a:prstGeom>
          <a:solidFill>
            <a:srgbClr val="243A7A"/>
          </a:solidFill>
          <a:ln w="12700">
            <a:solidFill>
              <a:srgbClr val="2D4A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43800" y="3639312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목록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2920" y="4041648"/>
            <a:ext cx="1316736" cy="329184"/>
          </a:xfrm>
          <a:prstGeom prst="rect">
            <a:avLst/>
          </a:prstGeom>
          <a:solidFill>
            <a:srgbClr val="243A7A"/>
          </a:solidFill>
          <a:ln w="12700">
            <a:solidFill>
              <a:srgbClr val="2D4A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4041648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상세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911096" y="4041648"/>
            <a:ext cx="1316736" cy="329184"/>
          </a:xfrm>
          <a:prstGeom prst="rect">
            <a:avLst/>
          </a:prstGeom>
          <a:solidFill>
            <a:srgbClr val="243A7A"/>
          </a:solidFill>
          <a:ln w="12700">
            <a:solidFill>
              <a:srgbClr val="2D4A8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11096" y="4041648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인력 배정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319272" y="4041648"/>
            <a:ext cx="1316736" cy="329184"/>
          </a:xfrm>
          <a:prstGeom prst="rect">
            <a:avLst/>
          </a:prstGeom>
          <a:solidFill>
            <a:srgbClr val="243A7A"/>
          </a:solidFill>
          <a:ln w="12700">
            <a:solidFill>
              <a:srgbClr val="2D4A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19272" y="4041648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현황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27448" y="4041648"/>
            <a:ext cx="1316736" cy="329184"/>
          </a:xfrm>
          <a:prstGeom prst="rect">
            <a:avLst/>
          </a:prstGeom>
          <a:solidFill>
            <a:srgbClr val="243260"/>
          </a:solidFill>
          <a:ln w="12700">
            <a:solidFill>
              <a:srgbClr val="2D40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27448" y="4041648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월별 근무 보고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35624" y="4041648"/>
            <a:ext cx="1316736" cy="329184"/>
          </a:xfrm>
          <a:prstGeom prst="rect">
            <a:avLst/>
          </a:prstGeom>
          <a:solidFill>
            <a:srgbClr val="243260"/>
          </a:solidFill>
          <a:ln w="12700">
            <a:solidFill>
              <a:srgbClr val="2D407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35624" y="4041648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휴가 관리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43800" y="4041648"/>
            <a:ext cx="1316736" cy="329184"/>
          </a:xfrm>
          <a:prstGeom prst="rect">
            <a:avLst/>
          </a:prstGeom>
          <a:solidFill>
            <a:srgbClr val="243260"/>
          </a:solidFill>
          <a:ln w="12700">
            <a:solidFill>
              <a:srgbClr val="2D407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3800" y="4041648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통계/리포트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 레이아웃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Layout  ·  모든 화면 공통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0" y="2167128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2167128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4560" y="960120"/>
            <a:ext cx="52120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331720" y="1078992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사이드바 메뉴 구성 (변경)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331720" y="1389888"/>
            <a:ext cx="493776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>
                <a:alpha val="5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23160" y="1389888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749040" y="1389888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중심 KPI·프로젝트 현황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331720" y="1792224"/>
            <a:ext cx="493776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>
                <a:alpha val="5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423160" y="1792224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749040" y="1792224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목록·상세·등록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331720" y="2194560"/>
            <a:ext cx="4937760" cy="347472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23160" y="219456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★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749040" y="219456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목록·상세·인력 배정·투입 현황 (신규)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223760" y="2267712"/>
            <a:ext cx="457200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23760" y="2267712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331720" y="2596896"/>
            <a:ext cx="493776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>
                <a:alpha val="5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3160" y="2596896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749040" y="2596896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월별 근무 보고·휴가 관리 (간소화)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331720" y="2999232"/>
            <a:ext cx="493776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>
                <a:alpha val="5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23160" y="299923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749040" y="299923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투입률·인력 분석 통계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331720" y="3456432"/>
            <a:ext cx="4937760" cy="0"/>
          </a:xfrm>
          <a:prstGeom prst="line">
            <a:avLst/>
          </a:prstGeom>
          <a:noFill/>
          <a:ln w="6350">
            <a:solidFill>
              <a:srgbClr val="DEE2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331720" y="3529584"/>
            <a:ext cx="4937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헤더: 전역 검색 · 알림 · 사용자 아바타  ③ 콘텐츠 영역: 패딩 20px · 카드 그룹핑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2194560" y="3950208"/>
            <a:ext cx="5212080" cy="329184"/>
          </a:xfrm>
          <a:prstGeom prst="rect">
            <a:avLst/>
          </a:prstGeom>
          <a:solidFill>
            <a:srgbClr val="FEF3C7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304288" y="3950208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Login 화면은 사이드바/헤더 없이 단독 레이아웃  |  근무일정(교대 배정) 메뉴 삭제됨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 (SI 투입 중심)  ·  / 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960120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960120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72768" y="87782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대시보드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72768" y="113385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5월 26일 (화)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572768" y="1389888"/>
            <a:ext cx="1691640" cy="731520"/>
          </a:xfrm>
          <a:prstGeom prst="rect">
            <a:avLst/>
          </a:prstGeom>
          <a:solidFill>
            <a:srgbClr val="E6F1FB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64208" y="1453896"/>
            <a:ext cx="15270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인원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664208" y="1627632"/>
            <a:ext cx="1527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32명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664208" y="1938528"/>
            <a:ext cx="15270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 중 30명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355848" y="1389888"/>
            <a:ext cx="1691640" cy="73152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47288" y="1453896"/>
            <a:ext cx="15270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중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447288" y="1627632"/>
            <a:ext cx="1527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26명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447288" y="1938528"/>
            <a:ext cx="15270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26개 프로젝트 현장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138928" y="1389888"/>
            <a:ext cx="1691640" cy="731520"/>
          </a:xfrm>
          <a:prstGeom prst="rect">
            <a:avLst/>
          </a:prstGeom>
          <a:solidFill>
            <a:srgbClr val="FEF3C7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0368" y="1453896"/>
            <a:ext cx="15270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벤치(가용)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230368" y="1627632"/>
            <a:ext cx="1527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6명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5230368" y="1938528"/>
            <a:ext cx="15270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배정 가능 인원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6922008" y="1389888"/>
            <a:ext cx="1691640" cy="731520"/>
          </a:xfrm>
          <a:prstGeom prst="rect">
            <a:avLst/>
          </a:prstGeom>
          <a:solidFill>
            <a:srgbClr val="CCFBF1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13448" y="1453896"/>
            <a:ext cx="15270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프로젝트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013448" y="1627632"/>
            <a:ext cx="1527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5건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7013448" y="1938528"/>
            <a:ext cx="15270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완료1·예정1 별도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1572768" y="2212848"/>
            <a:ext cx="44805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1682496" y="2322576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 프로젝트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645920" y="2578608"/>
            <a:ext cx="19110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682496" y="2578608"/>
            <a:ext cx="1874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프로젝트명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547872" y="2578608"/>
            <a:ext cx="67665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584448" y="257860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투입인원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233672" y="2578608"/>
            <a:ext cx="12252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270248" y="2578608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기간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5486400" y="2578608"/>
            <a:ext cx="5394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22976" y="2578608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572768" y="2834640"/>
            <a:ext cx="4480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682496" y="2834640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584448" y="2834640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7명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270248" y="2834640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2025.03~2026.12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5486400" y="2907792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290779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1682496" y="3163824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B공공기관 ERP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3584448" y="3163824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5명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270248" y="3163824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2025.06~2026.06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5486400" y="3236976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86400" y="323697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1572768" y="3493008"/>
            <a:ext cx="4480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682496" y="3493008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3584448" y="3493008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8명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4270248" y="3493008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2024.12~2026.03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5486400" y="3566160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486400" y="356616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6190488" y="2212848"/>
            <a:ext cx="29260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6300216" y="2322576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 인원 현황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6300216" y="2615184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7059168" y="2615184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7772400" y="2615184"/>
            <a:ext cx="1243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2주째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6300216" y="28529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7059168" y="28529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7772400" y="2852928"/>
            <a:ext cx="1243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1개월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6300216" y="309067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7059168" y="309067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마케팅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7772400" y="3090672"/>
            <a:ext cx="1243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3일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6190488" y="3383280"/>
            <a:ext cx="2926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6300216" y="349300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철수 임박 (30일 이내)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6236208" y="3785616"/>
            <a:ext cx="2880360" cy="256032"/>
          </a:xfrm>
          <a:prstGeom prst="rect">
            <a:avLst/>
          </a:prstGeom>
          <a:solidFill>
            <a:srgbClr val="FEE2E2"/>
          </a:solidFill>
          <a:ln w="12700">
            <a:solidFill>
              <a:srgbClr val="B91C1C">
                <a:alpha val="50000"/>
              </a:srgbClr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345936" y="3785616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최유나  /  A금융  →  철수 06.15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6236208" y="4078224"/>
            <a:ext cx="2880360" cy="256032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>
                <a:alpha val="50000"/>
              </a:srgbClr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345936" y="407822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정다은  /  B공공  →  철수 06.28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목록  ·  /projects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0" y="2167128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2167128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프로젝트 관리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프로젝트 등록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572768" y="1207008"/>
            <a:ext cx="129844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572768" y="1207008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(5)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572768" y="1444752"/>
            <a:ext cx="1298448" cy="274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26080" y="1207008"/>
            <a:ext cx="1298448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26080" y="1207008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 (3)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279392" y="1207008"/>
            <a:ext cx="1298448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1207008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 (1)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632704" y="1207008"/>
            <a:ext cx="1298448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32704" y="1207008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예정 (1)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1572768" y="1517904"/>
            <a:ext cx="7406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682496" y="1627632"/>
            <a:ext cx="20116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737360" y="162763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프로젝트명·고객사 검색...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822192" y="1627632"/>
            <a:ext cx="100584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877056" y="1627632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▾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937760" y="1627632"/>
            <a:ext cx="9144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92624" y="162763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▾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572768" y="2048256"/>
            <a:ext cx="7406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700784" y="212140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 코어뱅킹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700784" y="235915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A금융그룹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151376" y="212140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2025.03 ~ 2026.12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888736" y="212140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7명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675120" y="212140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100%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151376" y="230428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Java/Spring/Oracle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7680960" y="2231136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680960" y="223113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8321040" y="2212848"/>
            <a:ext cx="5486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321040" y="221284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1572768" y="2688336"/>
            <a:ext cx="7406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1700784" y="276148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B공공기관 ERP 구축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700784" y="299923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B공공기관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151376" y="276148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2025.06 ~ 2026.06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888736" y="276148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5명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675120" y="276148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100%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151376" y="294436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SAP/ABAP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680960" y="2871216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80960" y="287121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8321040" y="2852928"/>
            <a:ext cx="5486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321040" y="285292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1572768" y="3328416"/>
            <a:ext cx="7406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1700784" y="340156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 고도화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1700784" y="363931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4151376" y="340156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2024.12 ~ 2026.03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5888736" y="340156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8명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675120" y="340156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100%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4151376" y="358444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Java/React/MySQL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7680960" y="3511296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680960" y="351129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8321040" y="3493008"/>
            <a:ext cx="5486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321040" y="349300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1572768" y="3968496"/>
            <a:ext cx="7406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76" name="Text 74"/>
          <p:cNvSpPr/>
          <p:nvPr/>
        </p:nvSpPr>
        <p:spPr>
          <a:xfrm>
            <a:off x="1700784" y="4041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D유통 물류 시스템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1700784" y="427939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D유통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4151376" y="404164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2026.08 ~ 2027.06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5888736" y="404164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0명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6675120" y="404164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—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4151376" y="422452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MSA/K8s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7680960" y="4151376"/>
            <a:ext cx="566928" cy="1828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680960" y="415137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예정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8321040" y="4133088"/>
            <a:ext cx="5486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321040" y="413308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1572768" y="4608576"/>
            <a:ext cx="7406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87" name="Text 85"/>
          <p:cNvSpPr/>
          <p:nvPr/>
        </p:nvSpPr>
        <p:spPr>
          <a:xfrm>
            <a:off x="1700784" y="468172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 CRM 재구축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1700784" y="491947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4151376" y="468172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2024.01 ~ 2025.12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5888736" y="46817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6명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6675120" y="468172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100%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4151376" y="486460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Python/Django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7680960" y="4791456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80960" y="479145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8321040" y="4773168"/>
            <a:ext cx="5486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321040" y="477316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상세  ·  /projects/:id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5/12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0" y="2167128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2167128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72768" y="877824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프로젝트 목록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572768" y="106070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A금융 차세대 코어뱅킹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699248" y="1060704"/>
            <a:ext cx="65836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99248" y="1060704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수정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394192" y="1060704"/>
            <a:ext cx="585216" cy="2743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94192" y="1060704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인력 배정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572768" y="1444752"/>
            <a:ext cx="13716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72768" y="144475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개요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1572768" y="1719072"/>
            <a:ext cx="1371600" cy="274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0088" y="1444752"/>
            <a:ext cx="1371600" cy="29260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90088" y="144475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인력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407408" y="1444752"/>
            <a:ext cx="1371600" cy="29260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07408" y="144475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일정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824728" y="1444752"/>
            <a:ext cx="1371600" cy="29260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24728" y="144475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572768" y="1792224"/>
            <a:ext cx="3474720" cy="316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682496" y="190195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고객사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852928" y="190195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A금융그룹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682496" y="2322576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기간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852928" y="2322576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2025.03.01 ~ 2026.12.31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1682496" y="274320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852928" y="274320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홍길동 부장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682496" y="316382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 유형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852928" y="3163824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T&amp;M (시간·재료)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1682496" y="358444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계약금액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2852928" y="358444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12억 원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682496" y="400507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진척도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2852928" y="400507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1682496" y="4462272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진척도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670048" y="4517136"/>
            <a:ext cx="2194560" cy="109728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670048" y="4517136"/>
            <a:ext cx="1492301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74336" y="4462272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193792" y="1792224"/>
            <a:ext cx="3785616" cy="316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5303520" y="1901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인력  (7명)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266944" y="2157984"/>
            <a:ext cx="72237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303520" y="2157984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5998464" y="2157984"/>
            <a:ext cx="566928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035040" y="2157984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6565392" y="2157984"/>
            <a:ext cx="566928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601968" y="2157984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7132320" y="2157984"/>
            <a:ext cx="713232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168896" y="2157984"/>
            <a:ext cx="6766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투입일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7845552" y="2157984"/>
            <a:ext cx="786384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82128" y="2157984"/>
            <a:ext cx="7498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철수예정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193792" y="2414016"/>
            <a:ext cx="3785616" cy="3840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03520" y="2414016"/>
            <a:ext cx="685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홍길동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6035040" y="2414016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6601968" y="2414016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7168896" y="2414016"/>
            <a:ext cx="6766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25.03.01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7882128" y="2414016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26.12.31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303520" y="2798064"/>
            <a:ext cx="685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6035040" y="2798064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6601968" y="2798064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7168896" y="2798064"/>
            <a:ext cx="6766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25.03.01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7882128" y="2798064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26.09.30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5193792" y="3182112"/>
            <a:ext cx="3785616" cy="3840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303520" y="3182112"/>
            <a:ext cx="685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6035040" y="3182112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6601968" y="3182112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7168896" y="3182112"/>
            <a:ext cx="6766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25.05.01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7882128" y="3182112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26.12.31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5303520" y="3566160"/>
            <a:ext cx="685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6035040" y="3566160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6601968" y="3566160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7168896" y="3566160"/>
            <a:ext cx="6766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25.05.01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7882128" y="3566160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26.06.30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5193792" y="3950208"/>
            <a:ext cx="3785616" cy="3840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303520" y="3950208"/>
            <a:ext cx="685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최유나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6035040" y="3950208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6601968" y="3950208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7168896" y="3950208"/>
            <a:ext cx="6766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25.08.01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7882128" y="3950208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26.12.31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5303520" y="449884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 스택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5303520" y="4700016"/>
            <a:ext cx="457200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50000"/>
              </a:srgbClr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303520" y="470001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5815584" y="4700016"/>
            <a:ext cx="457200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50000"/>
              </a:srgbClr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815584" y="470001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6327648" y="4700016"/>
            <a:ext cx="457200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50000"/>
              </a:srgbClr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327648" y="470001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6839712" y="4700016"/>
            <a:ext cx="457200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50000"/>
              </a:srgbClr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839712" y="470001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iBatis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7351776" y="4700016"/>
            <a:ext cx="457200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50000"/>
              </a:srgbClr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351776" y="470001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MSA</a:t>
            </a:r>
            <a:endParaRPr lang="en-US" sz="750" dirty="0"/>
          </a:p>
        </p:txBody>
      </p:sp>
      <p:sp>
        <p:nvSpPr>
          <p:cNvPr id="106" name="Shape 104"/>
          <p:cNvSpPr/>
          <p:nvPr/>
        </p:nvSpPr>
        <p:spPr>
          <a:xfrm>
            <a:off x="7863840" y="4700016"/>
            <a:ext cx="457200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50000"/>
              </a:srgbClr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7863840" y="470001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endParaRPr lang="en-US" sz="750" dirty="0"/>
          </a:p>
        </p:txBody>
      </p:sp>
      <p:sp>
        <p:nvSpPr>
          <p:cNvPr id="108" name="Shape 106"/>
          <p:cNvSpPr/>
          <p:nvPr/>
        </p:nvSpPr>
        <p:spPr>
          <a:xfrm>
            <a:off x="8375904" y="4700016"/>
            <a:ext cx="457200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50000"/>
              </a:srgbClr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375904" y="470001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인력 배정  ·  /projects/:id/assign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0" y="2167128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2167128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72768" y="877824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프로젝트 상세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572768" y="106070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인력 배정  —  A금융 차세대 코어뱅킹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572768" y="1444752"/>
            <a:ext cx="74066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682496" y="155448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가용 인력 필터: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15184" y="1554480"/>
            <a:ext cx="138988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70048" y="1554480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▾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078224" y="1554480"/>
            <a:ext cx="138988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33088" y="1554480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투입률(현재) ▾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541264" y="1554480"/>
            <a:ext cx="138988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96128" y="1554480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경력 ▾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004304" y="1554480"/>
            <a:ext cx="138988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59168" y="1554480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 ▾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8723376" y="1554480"/>
            <a:ext cx="237744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723376" y="1554480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초기화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572768" y="1956816"/>
            <a:ext cx="4572000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682496" y="2066544"/>
            <a:ext cx="4297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가용 인력 목록  (벤치 8명)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645920" y="2322576"/>
            <a:ext cx="67665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82496" y="2322576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313432" y="2322576"/>
            <a:ext cx="67665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50008" y="2322576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2980944" y="2322576"/>
            <a:ext cx="149961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17520" y="2322576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480560" y="2322576"/>
            <a:ext cx="731520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17136" y="2322576"/>
            <a:ext cx="6949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 투입률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559552" y="2322576"/>
            <a:ext cx="548640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96128" y="2322576"/>
            <a:ext cx="5120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선택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1572768" y="2578608"/>
            <a:ext cx="457200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682496" y="2578608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2350008" y="2578608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3017520" y="2578608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Java·Spring·React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17136" y="2578608"/>
            <a:ext cx="6949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669280" y="2651760"/>
            <a:ext cx="201168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669280" y="265176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1682496" y="2907792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2350008" y="2907792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3017520" y="2907792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Figma·CSS·React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17136" y="2907792"/>
            <a:ext cx="6949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669280" y="2980944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572768" y="3236976"/>
            <a:ext cx="457200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682496" y="3236976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2350008" y="3236976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마케팅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3017520" y="3236976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Python·Django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4517136" y="3236976"/>
            <a:ext cx="6949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5669280" y="3310128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682496" y="3566160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최유나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2350008" y="3566160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3017520" y="35661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4517136" y="3566160"/>
            <a:ext cx="6949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5669280" y="363931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572768" y="3895344"/>
            <a:ext cx="457200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682496" y="3895344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정다은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2350008" y="3895344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3017520" y="3895344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Java·Oracle·React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4517136" y="3895344"/>
            <a:ext cx="6949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5669280" y="3968496"/>
            <a:ext cx="201168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669280" y="39684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1682496" y="4224528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홍길동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2350008" y="4224528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3017520" y="4224528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Java·Spring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4517136" y="4224528"/>
            <a:ext cx="6949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5669280" y="4297680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291072" y="1956816"/>
            <a:ext cx="2706624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85" name="Text 83"/>
          <p:cNvSpPr/>
          <p:nvPr/>
        </p:nvSpPr>
        <p:spPr>
          <a:xfrm>
            <a:off x="6400800" y="2066544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배정 설정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6345936" y="2322576"/>
            <a:ext cx="2596896" cy="0"/>
          </a:xfrm>
          <a:prstGeom prst="line">
            <a:avLst/>
          </a:prstGeom>
          <a:noFill/>
          <a:ln w="6350">
            <a:solidFill>
              <a:srgbClr val="DEE2E8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400800" y="2395728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선택 인력: 김민준, 정다은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6400800" y="2642616"/>
            <a:ext cx="24688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 *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6400800" y="2798064"/>
            <a:ext cx="24688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455664" y="2798064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· PL · 개발 · QA · 디자인 ▾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6400800" y="3118104"/>
            <a:ext cx="117043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*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6400800" y="3273552"/>
            <a:ext cx="117043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455664" y="3273552"/>
            <a:ext cx="1078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▾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7626096" y="3273552"/>
            <a:ext cx="1243584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680960" y="3273552"/>
            <a:ext cx="11521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6400800" y="3520440"/>
            <a:ext cx="117043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시작일 *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6400800" y="3675888"/>
            <a:ext cx="117043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455664" y="3675888"/>
            <a:ext cx="1078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2026.06.01 📅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7626096" y="3520440"/>
            <a:ext cx="124358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종료 예정일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7626096" y="3675888"/>
            <a:ext cx="1243584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7680960" y="3675888"/>
            <a:ext cx="11521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2026.12.31 📅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6400800" y="4169664"/>
            <a:ext cx="2468880" cy="31089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400800" y="4169664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배정 확정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1572768" y="5047488"/>
            <a:ext cx="7406640" cy="237744"/>
          </a:xfrm>
          <a:prstGeom prst="rect">
            <a:avLst/>
          </a:prstGeom>
          <a:solidFill>
            <a:srgbClr val="FEF3C7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682496" y="5047488"/>
            <a:ext cx="7223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배정 확정 시 투입 현황 자동 갱신  ·  해당 직원 이메일 알림 발송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현황  ·  /projects/status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0" y="2167128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2167128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전체 투입 현황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엑셀 저장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572768" y="1207008"/>
            <a:ext cx="1719072" cy="347472"/>
          </a:xfrm>
          <a:prstGeom prst="rect">
            <a:avLst/>
          </a:prstGeom>
          <a:solidFill>
            <a:srgbClr val="E6F1FB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664208" y="120700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 32명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55848" y="1207008"/>
            <a:ext cx="1719072" cy="347472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47288" y="120700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중  26명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38928" y="1207008"/>
            <a:ext cx="1719072" cy="347472"/>
          </a:xfrm>
          <a:prstGeom prst="rect">
            <a:avLst/>
          </a:prstGeom>
          <a:solidFill>
            <a:srgbClr val="FEF3C7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30368" y="120700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  6명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922008" y="1207008"/>
            <a:ext cx="1719072" cy="347472"/>
          </a:xfrm>
          <a:prstGeom prst="rect">
            <a:avLst/>
          </a:prstGeom>
          <a:solidFill>
            <a:srgbClr val="F1EFE8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13448" y="120700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휴가  1명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572768" y="1645920"/>
            <a:ext cx="7406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682496" y="1737360"/>
            <a:ext cx="1261872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737360" y="1737360"/>
            <a:ext cx="1170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 ▾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017520" y="1737360"/>
            <a:ext cx="1261872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72384" y="1737360"/>
            <a:ext cx="1170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 ▾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352544" y="1737360"/>
            <a:ext cx="1261872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07408" y="1737360"/>
            <a:ext cx="1170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철수 임박(30일) ▾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516368" y="1737360"/>
            <a:ext cx="457200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516368" y="173736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초기화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046720" y="1737360"/>
            <a:ext cx="914400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046720" y="173736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조회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572768" y="2103120"/>
            <a:ext cx="740664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1609344" y="2121408"/>
            <a:ext cx="76809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645920" y="212140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340864" y="2121408"/>
            <a:ext cx="658368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377440" y="2121408"/>
            <a:ext cx="6217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962656" y="2121408"/>
            <a:ext cx="17282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999232" y="2121408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프로젝트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4654296" y="2121408"/>
            <a:ext cx="5852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90872" y="212140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5202936" y="2121408"/>
            <a:ext cx="53949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39512" y="2121408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705856" y="2121408"/>
            <a:ext cx="72237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42432" y="212140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투입일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6391656" y="2121408"/>
            <a:ext cx="8138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28232" y="2121408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철수 예정일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168896" y="2121408"/>
            <a:ext cx="5852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05472" y="212140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1572768" y="2414016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645920" y="2414016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377440" y="2414016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2999232" y="2414016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4690872" y="2414016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5239512" y="241401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5742432" y="2414016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25.03.01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6428232" y="2414016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26.09.30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7205472" y="2496312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205472" y="249631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투입중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1645920" y="2761488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2377440" y="2761488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2999232" y="2761488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4690872" y="276148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5239512" y="2761488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742432" y="2761488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6428232" y="2761488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7205472" y="2843784"/>
            <a:ext cx="566928" cy="1828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205472" y="284378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1572768" y="3108960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1645920" y="3108960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2377440" y="3108960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마케팅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2999232" y="3108960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4690872" y="3108960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5239512" y="31089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5742432" y="3108960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24.12.01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6428232" y="3108960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26.03.31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205472" y="3191256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205472" y="319125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투입중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1645920" y="3456432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최유나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2377440" y="3456432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2999232" y="3456432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4690872" y="3456432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5239512" y="345643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5742432" y="3456432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25.08.01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6428232" y="3456432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26.06.15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7205472" y="3538728"/>
            <a:ext cx="566928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205472" y="3538728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임박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1572768" y="3803904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645920" y="3803904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정다은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2377440" y="3803904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50" dirty="0"/>
          </a:p>
        </p:txBody>
      </p:sp>
      <p:sp>
        <p:nvSpPr>
          <p:cNvPr id="103" name="Text 101"/>
          <p:cNvSpPr/>
          <p:nvPr/>
        </p:nvSpPr>
        <p:spPr>
          <a:xfrm>
            <a:off x="2999232" y="3803904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 ERP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4690872" y="3803904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50" dirty="0"/>
          </a:p>
        </p:txBody>
      </p:sp>
      <p:sp>
        <p:nvSpPr>
          <p:cNvPr id="105" name="Text 103"/>
          <p:cNvSpPr/>
          <p:nvPr/>
        </p:nvSpPr>
        <p:spPr>
          <a:xfrm>
            <a:off x="5239512" y="3803904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106" name="Text 104"/>
          <p:cNvSpPr/>
          <p:nvPr/>
        </p:nvSpPr>
        <p:spPr>
          <a:xfrm>
            <a:off x="5742432" y="3803904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25.06.01</a:t>
            </a:r>
            <a:endParaRPr lang="en-US" sz="850" dirty="0"/>
          </a:p>
        </p:txBody>
      </p:sp>
      <p:sp>
        <p:nvSpPr>
          <p:cNvPr id="107" name="Text 105"/>
          <p:cNvSpPr/>
          <p:nvPr/>
        </p:nvSpPr>
        <p:spPr>
          <a:xfrm>
            <a:off x="6428232" y="3803904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26.06.28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7205472" y="3886200"/>
            <a:ext cx="566928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7205472" y="388620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임박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645920" y="4151376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홍길동</a:t>
            </a:r>
            <a:endParaRPr lang="en-US" sz="850" dirty="0"/>
          </a:p>
        </p:txBody>
      </p:sp>
      <p:sp>
        <p:nvSpPr>
          <p:cNvPr id="111" name="Text 109"/>
          <p:cNvSpPr/>
          <p:nvPr/>
        </p:nvSpPr>
        <p:spPr>
          <a:xfrm>
            <a:off x="2377440" y="4151376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</a:t>
            </a:r>
            <a:endParaRPr lang="en-US" sz="850" dirty="0"/>
          </a:p>
        </p:txBody>
      </p:sp>
      <p:sp>
        <p:nvSpPr>
          <p:cNvPr id="112" name="Text 110"/>
          <p:cNvSpPr/>
          <p:nvPr/>
        </p:nvSpPr>
        <p:spPr>
          <a:xfrm>
            <a:off x="2999232" y="4151376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 CRM</a:t>
            </a:r>
            <a:endParaRPr lang="en-US" sz="850" dirty="0"/>
          </a:p>
        </p:txBody>
      </p:sp>
      <p:sp>
        <p:nvSpPr>
          <p:cNvPr id="113" name="Text 111"/>
          <p:cNvSpPr/>
          <p:nvPr/>
        </p:nvSpPr>
        <p:spPr>
          <a:xfrm>
            <a:off x="4690872" y="4151376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850" dirty="0"/>
          </a:p>
        </p:txBody>
      </p:sp>
      <p:sp>
        <p:nvSpPr>
          <p:cNvPr id="114" name="Text 112"/>
          <p:cNvSpPr/>
          <p:nvPr/>
        </p:nvSpPr>
        <p:spPr>
          <a:xfrm>
            <a:off x="5239512" y="415137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115" name="Text 113"/>
          <p:cNvSpPr/>
          <p:nvPr/>
        </p:nvSpPr>
        <p:spPr>
          <a:xfrm>
            <a:off x="5742432" y="4151376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24.01.01</a:t>
            </a:r>
            <a:endParaRPr lang="en-US" sz="850" dirty="0"/>
          </a:p>
        </p:txBody>
      </p:sp>
      <p:sp>
        <p:nvSpPr>
          <p:cNvPr id="116" name="Text 114"/>
          <p:cNvSpPr/>
          <p:nvPr/>
        </p:nvSpPr>
        <p:spPr>
          <a:xfrm>
            <a:off x="6428232" y="4151376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25.12.31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7205472" y="4233672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7205472" y="423367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목록 (투입 프로젝트 컬럼 추가)  ·  /employees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0" y="1563624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1563624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직원 관리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직원 등록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572768" y="1207008"/>
            <a:ext cx="74066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1682496" y="131673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37360" y="1316736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 검색...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39312" y="1316736"/>
            <a:ext cx="1060704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94176" y="1316736"/>
            <a:ext cx="969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 ▾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54880" y="1316736"/>
            <a:ext cx="1060704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9744" y="1316736"/>
            <a:ext cx="969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재직상태 ▾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870448" y="1316736"/>
            <a:ext cx="1060704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25312" y="1316736"/>
            <a:ext cx="969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투입상태 ▾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572768" y="1719072"/>
            <a:ext cx="740664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627632" y="1737360"/>
            <a:ext cx="76809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664208" y="173736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359152" y="1737360"/>
            <a:ext cx="63093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395728" y="173736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953512" y="1737360"/>
            <a:ext cx="5852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90088" y="173736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502152" y="1737360"/>
            <a:ext cx="204825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538728" y="17373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투입 프로젝트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513832" y="1737360"/>
            <a:ext cx="5852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550408" y="173736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062472" y="1737360"/>
            <a:ext cx="63093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99048" y="173736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재직상태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656832" y="1737360"/>
            <a:ext cx="67665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93408" y="173736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액션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1572768" y="2029968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664208" y="2029968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2395728" y="2029968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2990088" y="202996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과장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3538728" y="2029968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 코어뱅킹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5550408" y="202996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099048" y="2112264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099048" y="211226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6729984" y="2112264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29984" y="2112264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1664208" y="2377440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2395728" y="2377440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990088" y="2377440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대리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3538728" y="237744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 (미투입)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5550408" y="2377440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6099048" y="2459736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099048" y="245973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6729984" y="2459736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729984" y="2459736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1572768" y="2724912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664208" y="2724912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2395728" y="2724912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마케팅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2990088" y="2724912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사원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3538728" y="272491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5550408" y="2724912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6099048" y="2807208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099048" y="2807208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6729984" y="2807208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729984" y="2807208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1664208" y="3072384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최유나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2395728" y="3072384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2990088" y="3072384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차장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3538728" y="30723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 코어뱅킹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5550408" y="3072384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6099048" y="3154680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099048" y="315468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6729984" y="3154680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729984" y="3154680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1572768" y="3419856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664208" y="3419856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정다은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2395728" y="3419856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2990088" y="3419856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사원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3538728" y="3419856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B공공기관 ERP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5550408" y="3419856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6099048" y="3502152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099048" y="350215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6729984" y="3502152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6729984" y="3502152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1664208" y="3767328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홍길동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2395728" y="3767328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</a:t>
            </a:r>
            <a:endParaRPr lang="en-US" sz="850" dirty="0"/>
          </a:p>
        </p:txBody>
      </p:sp>
      <p:sp>
        <p:nvSpPr>
          <p:cNvPr id="100" name="Text 98"/>
          <p:cNvSpPr/>
          <p:nvPr/>
        </p:nvSpPr>
        <p:spPr>
          <a:xfrm>
            <a:off x="2990088" y="376732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부장</a:t>
            </a:r>
            <a:endParaRPr lang="en-US" sz="850" dirty="0"/>
          </a:p>
        </p:txBody>
      </p:sp>
      <p:sp>
        <p:nvSpPr>
          <p:cNvPr id="101" name="Text 99"/>
          <p:cNvSpPr/>
          <p:nvPr/>
        </p:nvSpPr>
        <p:spPr>
          <a:xfrm>
            <a:off x="3538728" y="3767328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 (미투입)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5550408" y="376732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099048" y="3849624"/>
            <a:ext cx="566928" cy="1828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099048" y="384962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휴직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6729984" y="3849624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729984" y="3849624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상세 (투입 이력 탭 추가)  ·  /employees/:id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0" y="1563624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1563624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72768" y="877824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직원 목록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572768" y="106070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직원 상세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863840" y="1060704"/>
            <a:ext cx="54864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0" y="106070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수정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449056" y="1060704"/>
            <a:ext cx="530352" cy="25603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9056" y="1060704"/>
            <a:ext cx="530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삭제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572768" y="1426464"/>
            <a:ext cx="2331720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286000" y="1591056"/>
            <a:ext cx="914400" cy="91440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6000" y="159105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D4E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김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1664208" y="2596896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김민준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664208" y="2852928"/>
            <a:ext cx="2148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 · 과장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459736" y="3090672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59736" y="309067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682496" y="3364992"/>
            <a:ext cx="2103120" cy="0"/>
          </a:xfrm>
          <a:prstGeom prst="line">
            <a:avLst/>
          </a:prstGeom>
          <a:noFill/>
          <a:ln w="6350">
            <a:solidFill>
              <a:srgbClr val="DEE2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682496" y="3456432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2350008" y="3456432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kim.mj@...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682496" y="3749040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연락처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350008" y="3749040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010-1234-5678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1682496" y="404164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입사일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0008" y="4041648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2021.03.15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682496" y="4334256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현투입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350008" y="4334256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682496" y="4626864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350008" y="4626864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041648" y="1426464"/>
            <a:ext cx="4983480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041648" y="1426464"/>
            <a:ext cx="1243584" cy="29260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041648" y="1426464"/>
            <a:ext cx="1243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기본정보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85232" y="1426464"/>
            <a:ext cx="1243584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85232" y="1426464"/>
            <a:ext cx="1243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이력 ★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85232" y="1700784"/>
            <a:ext cx="1243584" cy="274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528816" y="1426464"/>
            <a:ext cx="1243584" cy="29260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8816" y="1426464"/>
            <a:ext cx="1243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72400" y="1426464"/>
            <a:ext cx="1243584" cy="29260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72400" y="1426464"/>
            <a:ext cx="1243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계약정보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4151376" y="1810512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투입 이력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114800" y="2066544"/>
            <a:ext cx="140817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151376" y="2066544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5486400" y="2066544"/>
            <a:ext cx="85953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22976" y="2066544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고객사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309360" y="2066544"/>
            <a:ext cx="5394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45936" y="2066544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6812280" y="2066544"/>
            <a:ext cx="1298448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848856" y="2066544"/>
            <a:ext cx="12618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투입기간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8074152" y="2066544"/>
            <a:ext cx="49377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110728" y="2066544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8531352" y="2066544"/>
            <a:ext cx="512064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567928" y="2066544"/>
            <a:ext cx="4754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041648" y="2322576"/>
            <a:ext cx="498348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151376" y="2322576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522976" y="2322576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6345936" y="232257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6848856" y="2322576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25.03~26.09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8110728" y="2322576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567928" y="2404872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567928" y="240487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투입중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151376" y="2670048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5522976" y="2670048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6345936" y="2670048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6848856" y="2670048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24.01~24.12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8110728" y="2670048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8567928" y="2752344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567928" y="275234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4041648" y="3017520"/>
            <a:ext cx="498348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151376" y="301752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 ERP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5522976" y="301752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6345936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6848856" y="3017520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23.03~23.12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8110728" y="301752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8567928" y="3099816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567928" y="309981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4151376" y="3364992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D유통 물류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5522976" y="3364992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D유통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6345936" y="336499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6848856" y="3364992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22.01~22.12</a:t>
            </a:r>
            <a:endParaRPr lang="en-US" sz="800" dirty="0"/>
          </a:p>
        </p:txBody>
      </p:sp>
      <p:sp>
        <p:nvSpPr>
          <p:cNvPr id="97" name="Text 95"/>
          <p:cNvSpPr/>
          <p:nvPr/>
        </p:nvSpPr>
        <p:spPr>
          <a:xfrm>
            <a:off x="8110728" y="3364992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8567928" y="3447288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8567928" y="3447288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4041648" y="3712464"/>
            <a:ext cx="498348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151376" y="3712464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 CRM</a:t>
            </a:r>
            <a:endParaRPr lang="en-US" sz="800" dirty="0"/>
          </a:p>
        </p:txBody>
      </p:sp>
      <p:sp>
        <p:nvSpPr>
          <p:cNvPr id="102" name="Text 100"/>
          <p:cNvSpPr/>
          <p:nvPr/>
        </p:nvSpPr>
        <p:spPr>
          <a:xfrm>
            <a:off x="5522976" y="3712464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6345936" y="3712464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</a:t>
            </a:r>
            <a:endParaRPr lang="en-US" sz="800" dirty="0"/>
          </a:p>
        </p:txBody>
      </p:sp>
      <p:sp>
        <p:nvSpPr>
          <p:cNvPr id="104" name="Text 102"/>
          <p:cNvSpPr/>
          <p:nvPr/>
        </p:nvSpPr>
        <p:spPr>
          <a:xfrm>
            <a:off x="6848856" y="3712464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21.03~22.12</a:t>
            </a:r>
            <a:endParaRPr lang="en-US" sz="800" dirty="0"/>
          </a:p>
        </p:txBody>
      </p:sp>
      <p:sp>
        <p:nvSpPr>
          <p:cNvPr id="105" name="Text 103"/>
          <p:cNvSpPr/>
          <p:nvPr/>
        </p:nvSpPr>
        <p:spPr>
          <a:xfrm>
            <a:off x="8110728" y="3712464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106" name="Shape 104"/>
          <p:cNvSpPr/>
          <p:nvPr/>
        </p:nvSpPr>
        <p:spPr>
          <a:xfrm>
            <a:off x="8567928" y="3794760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8567928" y="379476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월별 근무 보고 (간소화)  ·  /attendance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277063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2770632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월별 근무 보고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72768" y="1133856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5월 기준  ·  제출 마감: 5월 31일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572768" y="1389888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682496" y="1499616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이번달 내 근무 보고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682496" y="1691640"/>
            <a:ext cx="1554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근무일수 *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682496" y="1847088"/>
            <a:ext cx="1554480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737360" y="184708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383280" y="1691640"/>
            <a:ext cx="162763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초과근무(시간)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383280" y="1847088"/>
            <a:ext cx="1627632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38144" y="1847088"/>
            <a:ext cx="1536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682496" y="2267712"/>
            <a:ext cx="32918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특이사항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1682496" y="2432304"/>
            <a:ext cx="3346704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755648" y="2432304"/>
            <a:ext cx="320040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특이사항 입력...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3088" y="2944368"/>
            <a:ext cx="969264" cy="2743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33088" y="2944368"/>
            <a:ext cx="969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 제출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572768" y="3310128"/>
            <a:ext cx="35661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682496" y="3419856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최근 보고 이력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682496" y="3694176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4월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651760" y="3694176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 22일  초과 4시간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517136" y="3749040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17136" y="374904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682496" y="402336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3월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51760" y="402336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 21일  초과 0시간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517136" y="4078224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17136" y="407822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682496" y="435254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2월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51760" y="4352544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 20일  초과 12시간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17136" y="4407408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17136" y="4407408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5276088" y="1389888"/>
            <a:ext cx="363016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385816" y="1499616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보고 현황  (Manager 뷰)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5276088" y="1773936"/>
            <a:ext cx="3630168" cy="256032"/>
          </a:xfrm>
          <a:prstGeom prst="rect">
            <a:avLst/>
          </a:prstGeom>
          <a:solidFill>
            <a:srgbClr val="FEF3C7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385816" y="1773936"/>
            <a:ext cx="3456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미제출: 2명 (박지훈, 홍길동)  —  알림 발송 가능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5349240" y="2066544"/>
            <a:ext cx="72237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385816" y="2066544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6035040" y="2066544"/>
            <a:ext cx="5394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071616" y="2066544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537960" y="2066544"/>
            <a:ext cx="5394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574536" y="2066544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초과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7040880" y="2066544"/>
            <a:ext cx="694944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077456" y="206654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제출상태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7699248" y="2066544"/>
            <a:ext cx="67665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35824" y="2066544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5276088" y="2322576"/>
            <a:ext cx="3630168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385816" y="2322576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071616" y="232257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6574536" y="232257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8h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7077456" y="2404872"/>
            <a:ext cx="566928" cy="182880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077456" y="240487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제출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7735824" y="2322576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385816" y="2670048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6071616" y="2670048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6574536" y="2670048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0h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077456" y="2752344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077456" y="275234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7735824" y="2670048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276088" y="3017520"/>
            <a:ext cx="3630168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385816" y="3017520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6071616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6574536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7077456" y="3099816"/>
            <a:ext cx="566928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077456" y="309981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미제출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7735824" y="3099816"/>
            <a:ext cx="548640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B91C1C">
                <a:alpha val="50000"/>
              </a:srgbClr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735824" y="3099816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알림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5385816" y="3364992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최유나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6071616" y="336499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6574536" y="336499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0h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7077456" y="3447288"/>
            <a:ext cx="566928" cy="182880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7077456" y="3447288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제출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7735824" y="3364992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5276088" y="3712464"/>
            <a:ext cx="3630168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385816" y="3712464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정다은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6071616" y="3712464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6574536" y="3712464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4h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7077456" y="3794760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077456" y="379476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7735824" y="3712464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100" name="Text 98"/>
          <p:cNvSpPr/>
          <p:nvPr/>
        </p:nvSpPr>
        <p:spPr>
          <a:xfrm>
            <a:off x="5385816" y="4059936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홍길동</a:t>
            </a:r>
            <a:endParaRPr lang="en-US" sz="850" dirty="0"/>
          </a:p>
        </p:txBody>
      </p:sp>
      <p:sp>
        <p:nvSpPr>
          <p:cNvPr id="101" name="Text 99"/>
          <p:cNvSpPr/>
          <p:nvPr/>
        </p:nvSpPr>
        <p:spPr>
          <a:xfrm>
            <a:off x="6071616" y="405993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6574536" y="405993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7077456" y="4142232"/>
            <a:ext cx="566928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7077456" y="414223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미제출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7735824" y="4142232"/>
            <a:ext cx="548640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B91C1C">
                <a:alpha val="50000"/>
              </a:srgbClr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735824" y="414223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알림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휴가 관리  ·  /attendance/leave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277063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2770632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휴가 관리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572768" y="1207008"/>
            <a:ext cx="7406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700784" y="1316736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연차 현황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18688" y="129844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부여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218688" y="1481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15일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90288" y="129844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590288" y="1481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6일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961888" y="129844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잔여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961888" y="1481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9일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333488" y="129844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신청중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333488" y="1481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1일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1572768" y="1956816"/>
            <a:ext cx="3566160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1700784" y="206654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휴가 신청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664208" y="2322576"/>
            <a:ext cx="3383280" cy="0"/>
          </a:xfrm>
          <a:prstGeom prst="line">
            <a:avLst/>
          </a:prstGeom>
          <a:noFill/>
          <a:ln w="6350">
            <a:solidFill>
              <a:srgbClr val="DEE2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700784" y="2395728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휴가 종류 *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1700784" y="2578608"/>
            <a:ext cx="621792" cy="23774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700784" y="257860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연차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377440" y="2578608"/>
            <a:ext cx="62179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377440" y="257860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반차(오전)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4096" y="2578608"/>
            <a:ext cx="62179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54096" y="257860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반차(오후)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730752" y="2578608"/>
            <a:ext cx="62179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730752" y="257860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병가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407408" y="2578608"/>
            <a:ext cx="62179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07408" y="257860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경조사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1700784" y="2825496"/>
            <a:ext cx="16642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시작일 *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1700784" y="2980944"/>
            <a:ext cx="1664208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755648" y="2980944"/>
            <a:ext cx="1572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2026.05.28 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3493008" y="2825496"/>
            <a:ext cx="160934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종료일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3493008" y="2980944"/>
            <a:ext cx="1609344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547872" y="2980944"/>
            <a:ext cx="15179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2026.05.28 📅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1700784" y="3383280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사유 *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1700784" y="3566160"/>
            <a:ext cx="3310128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773936" y="3566160"/>
            <a:ext cx="316382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사유 입력...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1700784" y="4114800"/>
            <a:ext cx="3310128" cy="274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773936" y="41148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현장 투입 중 휴가 시 프로젝트 PM에게도 알림 자동 발송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224528" y="4480560"/>
            <a:ext cx="804672" cy="2743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224528" y="4480560"/>
            <a:ext cx="804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신청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310128" y="4480560"/>
            <a:ext cx="80467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10128" y="4480560"/>
            <a:ext cx="804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초기화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276088" y="1956816"/>
            <a:ext cx="3630168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5385816" y="2066544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신청 내역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5303520" y="2322576"/>
            <a:ext cx="3566160" cy="0"/>
          </a:xfrm>
          <a:prstGeom prst="line">
            <a:avLst/>
          </a:prstGeom>
          <a:noFill/>
          <a:ln w="6350">
            <a:solidFill>
              <a:srgbClr val="DEE2E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276088" y="2450592"/>
            <a:ext cx="3630168" cy="3840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385816" y="245059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연차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5925312" y="245059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05.28 ~ 05.28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7333488" y="2450592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1일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808976" y="2551176"/>
            <a:ext cx="566928" cy="1828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808976" y="255117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승인대기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385816" y="283464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반차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5925312" y="2834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05.15 ~ 05.15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7333488" y="283464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0.5일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7808976" y="2935224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808976" y="293522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5276088" y="3218688"/>
            <a:ext cx="3630168" cy="3840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385816" y="321868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연차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5925312" y="321868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05.01 ~ 05.02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7333488" y="3218688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2일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7808976" y="3319272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808976" y="331927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5385816" y="3602736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병가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5925312" y="360273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04.20 ~ 04.21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7333488" y="360273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2일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7808976" y="3703320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808976" y="370332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통계/리포트 (투입 분석 중심)  ·  /reports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0" y="3374136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3374136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통계 / 리포트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790688" y="877824"/>
            <a:ext cx="65836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90688" y="877824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저장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485632" y="877824"/>
            <a:ext cx="493776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85632" y="877824"/>
            <a:ext cx="493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엑셀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572768" y="1207008"/>
            <a:ext cx="7406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664208" y="1298448"/>
            <a:ext cx="749808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64208" y="1298448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이번달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468880" y="1298448"/>
            <a:ext cx="74980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68880" y="1298448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지난달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73552" y="1298448"/>
            <a:ext cx="74980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73552" y="1298448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분기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078224" y="1298448"/>
            <a:ext cx="74980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078224" y="1298448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연도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882896" y="1298448"/>
            <a:ext cx="74980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82896" y="1298448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직접입력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572768" y="1664208"/>
            <a:ext cx="35661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682496" y="1773936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프로젝트별 투입 인원 (5월)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682496" y="206654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2743200" y="2121408"/>
            <a:ext cx="2029968" cy="146304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743200" y="2121408"/>
            <a:ext cx="1420978" cy="14630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46320" y="206654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682496" y="238658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 ERP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2743200" y="2441448"/>
            <a:ext cx="2029968" cy="146304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743200" y="2441448"/>
            <a:ext cx="1014984" cy="14630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46320" y="238658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5명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682496" y="270662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743200" y="2761488"/>
            <a:ext cx="2029968" cy="146304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743200" y="2761488"/>
            <a:ext cx="1623974" cy="14630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46320" y="270662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8명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1682496" y="302666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D유통 (예정)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2743200" y="3081528"/>
            <a:ext cx="2029968" cy="146304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743200" y="3081528"/>
            <a:ext cx="0" cy="14630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46320" y="302666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0명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1682496" y="334670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 (완료)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2743200" y="3401568"/>
            <a:ext cx="2029968" cy="146304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743200" y="3401568"/>
            <a:ext cx="1217981" cy="14630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846320" y="334670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6명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5276088" y="1664208"/>
            <a:ext cx="3630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62" name="Text 60"/>
          <p:cNvSpPr/>
          <p:nvPr/>
        </p:nvSpPr>
        <p:spPr>
          <a:xfrm>
            <a:off x="5385816" y="1773936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추이 (월별)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376672" y="2679192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75504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1월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5248656" y="2551176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5431536" y="2734056"/>
            <a:ext cx="662026" cy="-80467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038698" y="2598725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837530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2월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5910682" y="2470709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6093562" y="2653589"/>
            <a:ext cx="662026" cy="-40234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700723" y="2558491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99555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3월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572707" y="2430475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6755587" y="2613355"/>
            <a:ext cx="662026" cy="20117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362749" y="2578608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61581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4월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7234733" y="2450592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7417613" y="2633472"/>
            <a:ext cx="662026" cy="-50292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024774" y="2528316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823606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5월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7896758" y="2400300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8079638" y="2583180"/>
            <a:ext cx="662026" cy="40234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686800" y="2568550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485632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6월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8558784" y="2440534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700" dirty="0"/>
          </a:p>
        </p:txBody>
      </p:sp>
      <p:sp>
        <p:nvSpPr>
          <p:cNvPr id="86" name="Shape 84"/>
          <p:cNvSpPr/>
          <p:nvPr/>
        </p:nvSpPr>
        <p:spPr>
          <a:xfrm>
            <a:off x="1572768" y="3858768"/>
            <a:ext cx="7406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87" name="Text 85"/>
          <p:cNvSpPr/>
          <p:nvPr/>
        </p:nvSpPr>
        <p:spPr>
          <a:xfrm>
            <a:off x="1682496" y="396849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개인별 투입 요약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1627632" y="4169664"/>
            <a:ext cx="76809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664208" y="4169664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2359152" y="4169664"/>
            <a:ext cx="63093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2395728" y="4169664"/>
            <a:ext cx="594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2953512" y="4169664"/>
            <a:ext cx="177393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990088" y="4169664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프로젝트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690872" y="4169664"/>
            <a:ext cx="53949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727448" y="4169664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5193792" y="4169664"/>
            <a:ext cx="49377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230368" y="4169664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5650992" y="4169664"/>
            <a:ext cx="104241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687568" y="416966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투입기간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6656832" y="4169664"/>
            <a:ext cx="603504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693408" y="4169664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1572768" y="4370832"/>
            <a:ext cx="7406640" cy="1828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1664208" y="438912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800" dirty="0"/>
          </a:p>
        </p:txBody>
      </p:sp>
      <p:sp>
        <p:nvSpPr>
          <p:cNvPr id="104" name="Text 102"/>
          <p:cNvSpPr/>
          <p:nvPr/>
        </p:nvSpPr>
        <p:spPr>
          <a:xfrm>
            <a:off x="2395728" y="4389120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00" dirty="0"/>
          </a:p>
        </p:txBody>
      </p:sp>
      <p:sp>
        <p:nvSpPr>
          <p:cNvPr id="105" name="Text 103"/>
          <p:cNvSpPr/>
          <p:nvPr/>
        </p:nvSpPr>
        <p:spPr>
          <a:xfrm>
            <a:off x="2990088" y="438912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00" dirty="0"/>
          </a:p>
        </p:txBody>
      </p:sp>
      <p:sp>
        <p:nvSpPr>
          <p:cNvPr id="106" name="Text 104"/>
          <p:cNvSpPr/>
          <p:nvPr/>
        </p:nvSpPr>
        <p:spPr>
          <a:xfrm>
            <a:off x="4727448" y="43891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</a:t>
            </a:r>
            <a:endParaRPr lang="en-US" sz="800" dirty="0"/>
          </a:p>
        </p:txBody>
      </p:sp>
      <p:sp>
        <p:nvSpPr>
          <p:cNvPr id="107" name="Text 105"/>
          <p:cNvSpPr/>
          <p:nvPr/>
        </p:nvSpPr>
        <p:spPr>
          <a:xfrm>
            <a:off x="5230368" y="43891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5687568" y="43891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25.03~26.09</a:t>
            </a:r>
            <a:endParaRPr lang="en-US" sz="800" dirty="0"/>
          </a:p>
        </p:txBody>
      </p:sp>
      <p:sp>
        <p:nvSpPr>
          <p:cNvPr id="109" name="Text 107"/>
          <p:cNvSpPr/>
          <p:nvPr/>
        </p:nvSpPr>
        <p:spPr>
          <a:xfrm>
            <a:off x="6693408" y="438912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투입중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664208" y="457200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800" dirty="0"/>
          </a:p>
        </p:txBody>
      </p:sp>
      <p:sp>
        <p:nvSpPr>
          <p:cNvPr id="111" name="Text 109"/>
          <p:cNvSpPr/>
          <p:nvPr/>
        </p:nvSpPr>
        <p:spPr>
          <a:xfrm>
            <a:off x="2395728" y="4572000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800" dirty="0"/>
          </a:p>
        </p:txBody>
      </p:sp>
      <p:sp>
        <p:nvSpPr>
          <p:cNvPr id="112" name="Text 110"/>
          <p:cNvSpPr/>
          <p:nvPr/>
        </p:nvSpPr>
        <p:spPr>
          <a:xfrm>
            <a:off x="2990088" y="457200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</a:t>
            </a:r>
            <a:endParaRPr lang="en-US" sz="800" dirty="0"/>
          </a:p>
        </p:txBody>
      </p:sp>
      <p:sp>
        <p:nvSpPr>
          <p:cNvPr id="113" name="Text 111"/>
          <p:cNvSpPr/>
          <p:nvPr/>
        </p:nvSpPr>
        <p:spPr>
          <a:xfrm>
            <a:off x="4727448" y="457200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114" name="Text 112"/>
          <p:cNvSpPr/>
          <p:nvPr/>
        </p:nvSpPr>
        <p:spPr>
          <a:xfrm>
            <a:off x="5230368" y="457200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5687568" y="457200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116" name="Text 114"/>
          <p:cNvSpPr/>
          <p:nvPr/>
        </p:nvSpPr>
        <p:spPr>
          <a:xfrm>
            <a:off x="6693408" y="457200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</a:t>
            </a:r>
            <a:endParaRPr lang="en-US" sz="800" dirty="0"/>
          </a:p>
        </p:txBody>
      </p:sp>
      <p:sp>
        <p:nvSpPr>
          <p:cNvPr id="117" name="Shape 115"/>
          <p:cNvSpPr/>
          <p:nvPr/>
        </p:nvSpPr>
        <p:spPr>
          <a:xfrm>
            <a:off x="1572768" y="4736592"/>
            <a:ext cx="7406640" cy="1828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664208" y="475488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800" dirty="0"/>
          </a:p>
        </p:txBody>
      </p:sp>
      <p:sp>
        <p:nvSpPr>
          <p:cNvPr id="119" name="Text 117"/>
          <p:cNvSpPr/>
          <p:nvPr/>
        </p:nvSpPr>
        <p:spPr>
          <a:xfrm>
            <a:off x="2395728" y="4754880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마케팅</a:t>
            </a:r>
            <a:endParaRPr lang="en-US" sz="800" dirty="0"/>
          </a:p>
        </p:txBody>
      </p:sp>
      <p:sp>
        <p:nvSpPr>
          <p:cNvPr id="120" name="Text 118"/>
          <p:cNvSpPr/>
          <p:nvPr/>
        </p:nvSpPr>
        <p:spPr>
          <a:xfrm>
            <a:off x="2990088" y="475488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800" dirty="0"/>
          </a:p>
        </p:txBody>
      </p:sp>
      <p:sp>
        <p:nvSpPr>
          <p:cNvPr id="121" name="Text 119"/>
          <p:cNvSpPr/>
          <p:nvPr/>
        </p:nvSpPr>
        <p:spPr>
          <a:xfrm>
            <a:off x="4727448" y="475488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00" dirty="0"/>
          </a:p>
        </p:txBody>
      </p:sp>
      <p:sp>
        <p:nvSpPr>
          <p:cNvPr id="122" name="Text 120"/>
          <p:cNvSpPr/>
          <p:nvPr/>
        </p:nvSpPr>
        <p:spPr>
          <a:xfrm>
            <a:off x="5230368" y="475488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123" name="Text 121"/>
          <p:cNvSpPr/>
          <p:nvPr/>
        </p:nvSpPr>
        <p:spPr>
          <a:xfrm>
            <a:off x="5687568" y="475488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24.12~26.03</a:t>
            </a:r>
            <a:endParaRPr lang="en-US" sz="800" dirty="0"/>
          </a:p>
        </p:txBody>
      </p:sp>
      <p:sp>
        <p:nvSpPr>
          <p:cNvPr id="124" name="Text 122"/>
          <p:cNvSpPr/>
          <p:nvPr/>
        </p:nvSpPr>
        <p:spPr>
          <a:xfrm>
            <a:off x="6693408" y="475488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투입중</a:t>
            </a:r>
            <a:endParaRPr lang="en-US" sz="800" dirty="0"/>
          </a:p>
        </p:txBody>
      </p:sp>
      <p:sp>
        <p:nvSpPr>
          <p:cNvPr id="125" name="Text 123"/>
          <p:cNvSpPr/>
          <p:nvPr/>
        </p:nvSpPr>
        <p:spPr>
          <a:xfrm>
            <a:off x="1682496" y="4965192"/>
            <a:ext cx="45720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행 클릭 시 해당 직원 투입 이력 상세 팝업 표시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react-app-peoplify SI UI 화면 기획서 v2</dc:title>
  <dc:subject>PptxGenJS Presentation</dc:subject>
  <dc:creator>PptxGenJS</dc:creator>
  <cp:lastModifiedBy>PptxGenJS</cp:lastModifiedBy>
  <cp:revision>1</cp:revision>
  <dcterms:created xsi:type="dcterms:W3CDTF">2026-05-26T04:49:45Z</dcterms:created>
  <dcterms:modified xsi:type="dcterms:W3CDTF">2026-05-26T04:49:45Z</dcterms:modified>
</cp:coreProperties>
</file>